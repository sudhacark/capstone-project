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3" r:id="rId4"/>
    <p:sldId id="257" r:id="rId5"/>
    <p:sldId id="261" r:id="rId6"/>
    <p:sldId id="262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10CF07-75E1-4891-A391-CF9E13DDDAB4}" v="16" dt="2025-11-21T16:40:19.1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42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hakar Kaipa" userId="8cc009e0-8684-4e43-9b24-329ded646164" providerId="ADAL" clId="{EAE20C8E-F638-4A06-9A10-D98A30FB42D5}"/>
    <pc:docChg chg="undo custSel addSld modSld sldOrd">
      <pc:chgData name="Sudhakar Kaipa" userId="8cc009e0-8684-4e43-9b24-329ded646164" providerId="ADAL" clId="{EAE20C8E-F638-4A06-9A10-D98A30FB42D5}" dt="2025-11-21T16:40:54.585" v="175" actId="692"/>
      <pc:docMkLst>
        <pc:docMk/>
      </pc:docMkLst>
      <pc:sldChg chg="addSp delSp modSp mod setBg">
        <pc:chgData name="Sudhakar Kaipa" userId="8cc009e0-8684-4e43-9b24-329ded646164" providerId="ADAL" clId="{EAE20C8E-F638-4A06-9A10-D98A30FB42D5}" dt="2025-11-21T16:18:37.874" v="5" actId="26606"/>
        <pc:sldMkLst>
          <pc:docMk/>
          <pc:sldMk cId="2746416483" sldId="256"/>
        </pc:sldMkLst>
        <pc:spChg chg="mod">
          <ac:chgData name="Sudhakar Kaipa" userId="8cc009e0-8684-4e43-9b24-329ded646164" providerId="ADAL" clId="{EAE20C8E-F638-4A06-9A10-D98A30FB42D5}" dt="2025-11-21T16:18:37.874" v="5" actId="26606"/>
          <ac:spMkLst>
            <pc:docMk/>
            <pc:sldMk cId="2746416483" sldId="256"/>
            <ac:spMk id="2" creationId="{F514B7FD-E04F-0A6D-B6D2-3F32E6DF2DAD}"/>
          </ac:spMkLst>
        </pc:spChg>
        <pc:spChg chg="mod">
          <ac:chgData name="Sudhakar Kaipa" userId="8cc009e0-8684-4e43-9b24-329ded646164" providerId="ADAL" clId="{EAE20C8E-F638-4A06-9A10-D98A30FB42D5}" dt="2025-11-21T16:18:37.874" v="5" actId="26606"/>
          <ac:spMkLst>
            <pc:docMk/>
            <pc:sldMk cId="2746416483" sldId="256"/>
            <ac:spMk id="3" creationId="{93EFB8BD-95CA-1A06-D9DA-C0C2CC0A7E3C}"/>
          </ac:spMkLst>
        </pc:spChg>
        <pc:spChg chg="add del">
          <ac:chgData name="Sudhakar Kaipa" userId="8cc009e0-8684-4e43-9b24-329ded646164" providerId="ADAL" clId="{EAE20C8E-F638-4A06-9A10-D98A30FB42D5}" dt="2025-11-21T16:18:17.942" v="2" actId="26606"/>
          <ac:spMkLst>
            <pc:docMk/>
            <pc:sldMk cId="2746416483" sldId="256"/>
            <ac:spMk id="8" creationId="{46F1F2C8-798B-4CCE-A851-94AFAF350BED}"/>
          </ac:spMkLst>
        </pc:spChg>
        <pc:spChg chg="add del">
          <ac:chgData name="Sudhakar Kaipa" userId="8cc009e0-8684-4e43-9b24-329ded646164" providerId="ADAL" clId="{EAE20C8E-F638-4A06-9A10-D98A30FB42D5}" dt="2025-11-21T16:18:17.942" v="2" actId="26606"/>
          <ac:spMkLst>
            <pc:docMk/>
            <pc:sldMk cId="2746416483" sldId="256"/>
            <ac:spMk id="10" creationId="{755E9CD0-04B0-4A3C-B291-AD913379C713}"/>
          </ac:spMkLst>
        </pc:spChg>
        <pc:spChg chg="add del">
          <ac:chgData name="Sudhakar Kaipa" userId="8cc009e0-8684-4e43-9b24-329ded646164" providerId="ADAL" clId="{EAE20C8E-F638-4A06-9A10-D98A30FB42D5}" dt="2025-11-21T16:18:17.942" v="2" actId="26606"/>
          <ac:spMkLst>
            <pc:docMk/>
            <pc:sldMk cId="2746416483" sldId="256"/>
            <ac:spMk id="12" creationId="{1DD8BF3B-6066-418C-8D1A-75C5E396FC04}"/>
          </ac:spMkLst>
        </pc:spChg>
        <pc:spChg chg="add del">
          <ac:chgData name="Sudhakar Kaipa" userId="8cc009e0-8684-4e43-9b24-329ded646164" providerId="ADAL" clId="{EAE20C8E-F638-4A06-9A10-D98A30FB42D5}" dt="2025-11-21T16:18:17.942" v="2" actId="26606"/>
          <ac:spMkLst>
            <pc:docMk/>
            <pc:sldMk cId="2746416483" sldId="256"/>
            <ac:spMk id="14" creationId="{80BC66F9-7A74-4286-AD22-1174052CC22C}"/>
          </ac:spMkLst>
        </pc:spChg>
        <pc:spChg chg="add del">
          <ac:chgData name="Sudhakar Kaipa" userId="8cc009e0-8684-4e43-9b24-329ded646164" providerId="ADAL" clId="{EAE20C8E-F638-4A06-9A10-D98A30FB42D5}" dt="2025-11-21T16:18:17.942" v="2" actId="26606"/>
          <ac:spMkLst>
            <pc:docMk/>
            <pc:sldMk cId="2746416483" sldId="256"/>
            <ac:spMk id="16" creationId="{D8142CC3-2B5C-48E6-9DF0-6C8ACBAF23EF}"/>
          </ac:spMkLst>
        </pc:spChg>
        <pc:spChg chg="add del">
          <ac:chgData name="Sudhakar Kaipa" userId="8cc009e0-8684-4e43-9b24-329ded646164" providerId="ADAL" clId="{EAE20C8E-F638-4A06-9A10-D98A30FB42D5}" dt="2025-11-21T16:18:17.942" v="2" actId="26606"/>
          <ac:spMkLst>
            <pc:docMk/>
            <pc:sldMk cId="2746416483" sldId="256"/>
            <ac:spMk id="20" creationId="{46A89C79-8EF3-4AF9-B3D9-59A883F41C83}"/>
          </ac:spMkLst>
        </pc:spChg>
        <pc:spChg chg="add del">
          <ac:chgData name="Sudhakar Kaipa" userId="8cc009e0-8684-4e43-9b24-329ded646164" providerId="ADAL" clId="{EAE20C8E-F638-4A06-9A10-D98A30FB42D5}" dt="2025-11-21T16:18:17.942" v="2" actId="26606"/>
          <ac:spMkLst>
            <pc:docMk/>
            <pc:sldMk cId="2746416483" sldId="256"/>
            <ac:spMk id="22" creationId="{EFE5CE34-4543-42E5-B82C-1F3D12422CDD}"/>
          </ac:spMkLst>
        </pc:spChg>
        <pc:spChg chg="add del">
          <ac:chgData name="Sudhakar Kaipa" userId="8cc009e0-8684-4e43-9b24-329ded646164" providerId="ADAL" clId="{EAE20C8E-F638-4A06-9A10-D98A30FB42D5}" dt="2025-11-21T16:18:17.942" v="2" actId="26606"/>
          <ac:spMkLst>
            <pc:docMk/>
            <pc:sldMk cId="2746416483" sldId="256"/>
            <ac:spMk id="24" creationId="{72AF41FE-63D7-4695-81D2-66D2510E4486}"/>
          </ac:spMkLst>
        </pc:spChg>
        <pc:spChg chg="add del">
          <ac:chgData name="Sudhakar Kaipa" userId="8cc009e0-8684-4e43-9b24-329ded646164" providerId="ADAL" clId="{EAE20C8E-F638-4A06-9A10-D98A30FB42D5}" dt="2025-11-21T16:18:37.865" v="4" actId="26606"/>
          <ac:spMkLst>
            <pc:docMk/>
            <pc:sldMk cId="2746416483" sldId="256"/>
            <ac:spMk id="26" creationId="{8C790BE2-4E4F-4AAF-81A2-4A6F4885EBE6}"/>
          </ac:spMkLst>
        </pc:spChg>
        <pc:spChg chg="add del">
          <ac:chgData name="Sudhakar Kaipa" userId="8cc009e0-8684-4e43-9b24-329ded646164" providerId="ADAL" clId="{EAE20C8E-F638-4A06-9A10-D98A30FB42D5}" dt="2025-11-21T16:18:37.865" v="4" actId="26606"/>
          <ac:spMkLst>
            <pc:docMk/>
            <pc:sldMk cId="2746416483" sldId="256"/>
            <ac:spMk id="27" creationId="{D28B54C3-B57B-472A-B96E-1FCB67093DC2}"/>
          </ac:spMkLst>
        </pc:spChg>
        <pc:spChg chg="add del">
          <ac:chgData name="Sudhakar Kaipa" userId="8cc009e0-8684-4e43-9b24-329ded646164" providerId="ADAL" clId="{EAE20C8E-F638-4A06-9A10-D98A30FB42D5}" dt="2025-11-21T16:18:37.865" v="4" actId="26606"/>
          <ac:spMkLst>
            <pc:docMk/>
            <pc:sldMk cId="2746416483" sldId="256"/>
            <ac:spMk id="28" creationId="{7DB3C429-F8DA-49B9-AF84-21996FCF78B5}"/>
          </ac:spMkLst>
        </pc:spChg>
        <pc:spChg chg="add del">
          <ac:chgData name="Sudhakar Kaipa" userId="8cc009e0-8684-4e43-9b24-329ded646164" providerId="ADAL" clId="{EAE20C8E-F638-4A06-9A10-D98A30FB42D5}" dt="2025-11-21T16:18:37.865" v="4" actId="26606"/>
          <ac:spMkLst>
            <pc:docMk/>
            <pc:sldMk cId="2746416483" sldId="256"/>
            <ac:spMk id="29" creationId="{E12088DD-B1AD-40E0-8B86-1D87A2CCD9BE}"/>
          </ac:spMkLst>
        </pc:spChg>
        <pc:spChg chg="add del">
          <ac:chgData name="Sudhakar Kaipa" userId="8cc009e0-8684-4e43-9b24-329ded646164" providerId="ADAL" clId="{EAE20C8E-F638-4A06-9A10-D98A30FB42D5}" dt="2025-11-21T16:18:37.865" v="4" actId="26606"/>
          <ac:spMkLst>
            <pc:docMk/>
            <pc:sldMk cId="2746416483" sldId="256"/>
            <ac:spMk id="30" creationId="{C4C9F2B0-1044-46EB-8AEB-C3BFFDE6C2CC}"/>
          </ac:spMkLst>
        </pc:spChg>
        <pc:spChg chg="add del">
          <ac:chgData name="Sudhakar Kaipa" userId="8cc009e0-8684-4e43-9b24-329ded646164" providerId="ADAL" clId="{EAE20C8E-F638-4A06-9A10-D98A30FB42D5}" dt="2025-11-21T16:18:37.865" v="4" actId="26606"/>
          <ac:spMkLst>
            <pc:docMk/>
            <pc:sldMk cId="2746416483" sldId="256"/>
            <ac:spMk id="31" creationId="{0C395952-4E26-45A2-8756-2ADFD6E53C6E}"/>
          </ac:spMkLst>
        </pc:spChg>
        <pc:spChg chg="add del">
          <ac:chgData name="Sudhakar Kaipa" userId="8cc009e0-8684-4e43-9b24-329ded646164" providerId="ADAL" clId="{EAE20C8E-F638-4A06-9A10-D98A30FB42D5}" dt="2025-11-21T16:18:37.865" v="4" actId="26606"/>
          <ac:spMkLst>
            <pc:docMk/>
            <pc:sldMk cId="2746416483" sldId="256"/>
            <ac:spMk id="32" creationId="{4734BADF-9461-4621-B112-2D7BABEA7DD0}"/>
          </ac:spMkLst>
        </pc:spChg>
        <pc:spChg chg="add">
          <ac:chgData name="Sudhakar Kaipa" userId="8cc009e0-8684-4e43-9b24-329ded646164" providerId="ADAL" clId="{EAE20C8E-F638-4A06-9A10-D98A30FB42D5}" dt="2025-11-21T16:18:37.874" v="5" actId="26606"/>
          <ac:spMkLst>
            <pc:docMk/>
            <pc:sldMk cId="2746416483" sldId="256"/>
            <ac:spMk id="34" creationId="{934F1179-B481-4F9E-BCA3-AFB972070F83}"/>
          </ac:spMkLst>
        </pc:spChg>
        <pc:spChg chg="add">
          <ac:chgData name="Sudhakar Kaipa" userId="8cc009e0-8684-4e43-9b24-329ded646164" providerId="ADAL" clId="{EAE20C8E-F638-4A06-9A10-D98A30FB42D5}" dt="2025-11-21T16:18:37.874" v="5" actId="26606"/>
          <ac:spMkLst>
            <pc:docMk/>
            <pc:sldMk cId="2746416483" sldId="256"/>
            <ac:spMk id="35" creationId="{827DC2C4-B485-428A-BF4A-472D2967F47F}"/>
          </ac:spMkLst>
        </pc:spChg>
        <pc:spChg chg="add">
          <ac:chgData name="Sudhakar Kaipa" userId="8cc009e0-8684-4e43-9b24-329ded646164" providerId="ADAL" clId="{EAE20C8E-F638-4A06-9A10-D98A30FB42D5}" dt="2025-11-21T16:18:37.874" v="5" actId="26606"/>
          <ac:spMkLst>
            <pc:docMk/>
            <pc:sldMk cId="2746416483" sldId="256"/>
            <ac:spMk id="36" creationId="{EE04B5EB-F158-4507-90DD-BD23620C7CC9}"/>
          </ac:spMkLst>
        </pc:spChg>
      </pc:sldChg>
      <pc:sldChg chg="addSp modSp mod setBg">
        <pc:chgData name="Sudhakar Kaipa" userId="8cc009e0-8684-4e43-9b24-329ded646164" providerId="ADAL" clId="{EAE20C8E-F638-4A06-9A10-D98A30FB42D5}" dt="2025-11-21T16:39:22.919" v="160" actId="692"/>
        <pc:sldMkLst>
          <pc:docMk/>
          <pc:sldMk cId="4176131513" sldId="257"/>
        </pc:sldMkLst>
        <pc:spChg chg="mod ord">
          <ac:chgData name="Sudhakar Kaipa" userId="8cc009e0-8684-4e43-9b24-329ded646164" providerId="ADAL" clId="{EAE20C8E-F638-4A06-9A10-D98A30FB42D5}" dt="2025-11-21T16:39:02.205" v="151" actId="26606"/>
          <ac:spMkLst>
            <pc:docMk/>
            <pc:sldMk cId="4176131513" sldId="257"/>
            <ac:spMk id="8" creationId="{209FEFC3-2138-D140-2F46-A05883E3A58C}"/>
          </ac:spMkLst>
        </pc:spChg>
        <pc:spChg chg="add">
          <ac:chgData name="Sudhakar Kaipa" userId="8cc009e0-8684-4e43-9b24-329ded646164" providerId="ADAL" clId="{EAE20C8E-F638-4A06-9A10-D98A30FB42D5}" dt="2025-11-21T16:39:02.205" v="151" actId="26606"/>
          <ac:spMkLst>
            <pc:docMk/>
            <pc:sldMk cId="4176131513" sldId="257"/>
            <ac:spMk id="13" creationId="{9CB95732-565A-4D2C-A3AB-CC460C0D3826}"/>
          </ac:spMkLst>
        </pc:spChg>
        <pc:spChg chg="add">
          <ac:chgData name="Sudhakar Kaipa" userId="8cc009e0-8684-4e43-9b24-329ded646164" providerId="ADAL" clId="{EAE20C8E-F638-4A06-9A10-D98A30FB42D5}" dt="2025-11-21T16:39:02.205" v="151" actId="26606"/>
          <ac:spMkLst>
            <pc:docMk/>
            <pc:sldMk cId="4176131513" sldId="257"/>
            <ac:spMk id="15" creationId="{E19B653C-798C-4333-8452-3DF3AE3C1D11}"/>
          </ac:spMkLst>
        </pc:spChg>
        <pc:spChg chg="add">
          <ac:chgData name="Sudhakar Kaipa" userId="8cc009e0-8684-4e43-9b24-329ded646164" providerId="ADAL" clId="{EAE20C8E-F638-4A06-9A10-D98A30FB42D5}" dt="2025-11-21T16:39:02.205" v="151" actId="26606"/>
          <ac:spMkLst>
            <pc:docMk/>
            <pc:sldMk cId="4176131513" sldId="257"/>
            <ac:spMk id="17" creationId="{0FE50278-E2EC-42B2-A1F1-921DD39901C4}"/>
          </ac:spMkLst>
        </pc:spChg>
        <pc:spChg chg="add">
          <ac:chgData name="Sudhakar Kaipa" userId="8cc009e0-8684-4e43-9b24-329ded646164" providerId="ADAL" clId="{EAE20C8E-F638-4A06-9A10-D98A30FB42D5}" dt="2025-11-21T16:39:02.205" v="151" actId="26606"/>
          <ac:spMkLst>
            <pc:docMk/>
            <pc:sldMk cId="4176131513" sldId="257"/>
            <ac:spMk id="19" creationId="{1236153F-0DB4-40DD-87C6-B40C1B7E282C}"/>
          </ac:spMkLst>
        </pc:spChg>
        <pc:picChg chg="mod">
          <ac:chgData name="Sudhakar Kaipa" userId="8cc009e0-8684-4e43-9b24-329ded646164" providerId="ADAL" clId="{EAE20C8E-F638-4A06-9A10-D98A30FB42D5}" dt="2025-11-21T16:39:13.987" v="158" actId="962"/>
          <ac:picMkLst>
            <pc:docMk/>
            <pc:sldMk cId="4176131513" sldId="257"/>
            <ac:picMk id="3" creationId="{91A8656B-DD3A-AF37-9023-0E806FC01F2C}"/>
          </ac:picMkLst>
        </pc:picChg>
        <pc:picChg chg="mod">
          <ac:chgData name="Sudhakar Kaipa" userId="8cc009e0-8684-4e43-9b24-329ded646164" providerId="ADAL" clId="{EAE20C8E-F638-4A06-9A10-D98A30FB42D5}" dt="2025-11-21T16:39:20.014" v="159" actId="692"/>
          <ac:picMkLst>
            <pc:docMk/>
            <pc:sldMk cId="4176131513" sldId="257"/>
            <ac:picMk id="5" creationId="{1CF172E6-2B6B-71CE-F36E-BD4881AC5414}"/>
          </ac:picMkLst>
        </pc:picChg>
        <pc:picChg chg="mod">
          <ac:chgData name="Sudhakar Kaipa" userId="8cc009e0-8684-4e43-9b24-329ded646164" providerId="ADAL" clId="{EAE20C8E-F638-4A06-9A10-D98A30FB42D5}" dt="2025-11-21T16:39:22.919" v="160" actId="692"/>
          <ac:picMkLst>
            <pc:docMk/>
            <pc:sldMk cId="4176131513" sldId="257"/>
            <ac:picMk id="7" creationId="{B8B05296-D431-9C26-FA0C-8950A28FCDCD}"/>
          </ac:picMkLst>
        </pc:picChg>
      </pc:sldChg>
      <pc:sldChg chg="addSp modSp mod setBg">
        <pc:chgData name="Sudhakar Kaipa" userId="8cc009e0-8684-4e43-9b24-329ded646164" providerId="ADAL" clId="{EAE20C8E-F638-4A06-9A10-D98A30FB42D5}" dt="2025-11-21T16:38:41.985" v="150" actId="27614"/>
        <pc:sldMkLst>
          <pc:docMk/>
          <pc:sldMk cId="2849182225" sldId="258"/>
        </pc:sldMkLst>
        <pc:spChg chg="mod">
          <ac:chgData name="Sudhakar Kaipa" userId="8cc009e0-8684-4e43-9b24-329ded646164" providerId="ADAL" clId="{EAE20C8E-F638-4A06-9A10-D98A30FB42D5}" dt="2025-11-21T16:38:32.655" v="148" actId="26606"/>
          <ac:spMkLst>
            <pc:docMk/>
            <pc:sldMk cId="2849182225" sldId="258"/>
            <ac:spMk id="4" creationId="{769942E5-068F-4ADF-B147-E762E2106802}"/>
          </ac:spMkLst>
        </pc:spChg>
        <pc:spChg chg="add">
          <ac:chgData name="Sudhakar Kaipa" userId="8cc009e0-8684-4e43-9b24-329ded646164" providerId="ADAL" clId="{EAE20C8E-F638-4A06-9A10-D98A30FB42D5}" dt="2025-11-21T16:38:32.655" v="148" actId="26606"/>
          <ac:spMkLst>
            <pc:docMk/>
            <pc:sldMk cId="2849182225" sldId="258"/>
            <ac:spMk id="9" creationId="{A8384FB5-9ADC-4DDC-881B-597D56F5B15D}"/>
          </ac:spMkLst>
        </pc:spChg>
        <pc:spChg chg="add">
          <ac:chgData name="Sudhakar Kaipa" userId="8cc009e0-8684-4e43-9b24-329ded646164" providerId="ADAL" clId="{EAE20C8E-F638-4A06-9A10-D98A30FB42D5}" dt="2025-11-21T16:38:32.655" v="148" actId="26606"/>
          <ac:spMkLst>
            <pc:docMk/>
            <pc:sldMk cId="2849182225" sldId="258"/>
            <ac:spMk id="11" creationId="{1199E1B1-A8C0-4FE8-A5A8-1CB41D69F857}"/>
          </ac:spMkLst>
        </pc:spChg>
        <pc:spChg chg="add">
          <ac:chgData name="Sudhakar Kaipa" userId="8cc009e0-8684-4e43-9b24-329ded646164" providerId="ADAL" clId="{EAE20C8E-F638-4A06-9A10-D98A30FB42D5}" dt="2025-11-21T16:38:32.655" v="148" actId="26606"/>
          <ac:spMkLst>
            <pc:docMk/>
            <pc:sldMk cId="2849182225" sldId="258"/>
            <ac:spMk id="13" creationId="{84A8DE83-DE75-4B41-9DB4-A7EC0B0DEC0B}"/>
          </ac:spMkLst>
        </pc:spChg>
        <pc:spChg chg="add">
          <ac:chgData name="Sudhakar Kaipa" userId="8cc009e0-8684-4e43-9b24-329ded646164" providerId="ADAL" clId="{EAE20C8E-F638-4A06-9A10-D98A30FB42D5}" dt="2025-11-21T16:38:32.655" v="148" actId="26606"/>
          <ac:spMkLst>
            <pc:docMk/>
            <pc:sldMk cId="2849182225" sldId="258"/>
            <ac:spMk id="15" creationId="{A7009A0A-BEF5-4EAC-AF15-E4F9F002E239}"/>
          </ac:spMkLst>
        </pc:spChg>
        <pc:picChg chg="mod ord">
          <ac:chgData name="Sudhakar Kaipa" userId="8cc009e0-8684-4e43-9b24-329ded646164" providerId="ADAL" clId="{EAE20C8E-F638-4A06-9A10-D98A30FB42D5}" dt="2025-11-21T16:38:41.985" v="150" actId="27614"/>
          <ac:picMkLst>
            <pc:docMk/>
            <pc:sldMk cId="2849182225" sldId="258"/>
            <ac:picMk id="3" creationId="{3DC140A7-EC0F-3090-4FCB-F505FA531E9E}"/>
          </ac:picMkLst>
        </pc:picChg>
      </pc:sldChg>
      <pc:sldChg chg="modSp mod ord">
        <pc:chgData name="Sudhakar Kaipa" userId="8cc009e0-8684-4e43-9b24-329ded646164" providerId="ADAL" clId="{EAE20C8E-F638-4A06-9A10-D98A30FB42D5}" dt="2025-11-21T16:40:54.585" v="175" actId="692"/>
        <pc:sldMkLst>
          <pc:docMk/>
          <pc:sldMk cId="1778219104" sldId="259"/>
        </pc:sldMkLst>
        <pc:picChg chg="mod">
          <ac:chgData name="Sudhakar Kaipa" userId="8cc009e0-8684-4e43-9b24-329ded646164" providerId="ADAL" clId="{EAE20C8E-F638-4A06-9A10-D98A30FB42D5}" dt="2025-11-21T15:47:24.434" v="0" actId="14100"/>
          <ac:picMkLst>
            <pc:docMk/>
            <pc:sldMk cId="1778219104" sldId="259"/>
            <ac:picMk id="8" creationId="{5D10FD0E-F1D6-97D4-471B-2F42640F0CD7}"/>
          </ac:picMkLst>
        </pc:picChg>
        <pc:picChg chg="mod">
          <ac:chgData name="Sudhakar Kaipa" userId="8cc009e0-8684-4e43-9b24-329ded646164" providerId="ADAL" clId="{EAE20C8E-F638-4A06-9A10-D98A30FB42D5}" dt="2025-11-21T16:40:54.585" v="175" actId="692"/>
          <ac:picMkLst>
            <pc:docMk/>
            <pc:sldMk cId="1778219104" sldId="259"/>
            <ac:picMk id="12" creationId="{741258AD-1074-1369-6749-6081D6AEB29D}"/>
          </ac:picMkLst>
        </pc:picChg>
      </pc:sldChg>
      <pc:sldChg chg="modSp mod">
        <pc:chgData name="Sudhakar Kaipa" userId="8cc009e0-8684-4e43-9b24-329ded646164" providerId="ADAL" clId="{EAE20C8E-F638-4A06-9A10-D98A30FB42D5}" dt="2025-11-21T16:21:25.084" v="60" actId="20577"/>
        <pc:sldMkLst>
          <pc:docMk/>
          <pc:sldMk cId="3867852669" sldId="260"/>
        </pc:sldMkLst>
        <pc:spChg chg="mod">
          <ac:chgData name="Sudhakar Kaipa" userId="8cc009e0-8684-4e43-9b24-329ded646164" providerId="ADAL" clId="{EAE20C8E-F638-4A06-9A10-D98A30FB42D5}" dt="2025-11-21T16:21:25.084" v="60" actId="20577"/>
          <ac:spMkLst>
            <pc:docMk/>
            <pc:sldMk cId="3867852669" sldId="260"/>
            <ac:spMk id="2" creationId="{FCB91CFB-4AC1-A0D4-F99F-6ECFE7F13DEA}"/>
          </ac:spMkLst>
        </pc:spChg>
      </pc:sldChg>
      <pc:sldChg chg="addSp modSp mod setBg">
        <pc:chgData name="Sudhakar Kaipa" userId="8cc009e0-8684-4e43-9b24-329ded646164" providerId="ADAL" clId="{EAE20C8E-F638-4A06-9A10-D98A30FB42D5}" dt="2025-11-21T16:40:47.158" v="174" actId="692"/>
        <pc:sldMkLst>
          <pc:docMk/>
          <pc:sldMk cId="2434740979" sldId="261"/>
        </pc:sldMkLst>
        <pc:spChg chg="mod">
          <ac:chgData name="Sudhakar Kaipa" userId="8cc009e0-8684-4e43-9b24-329ded646164" providerId="ADAL" clId="{EAE20C8E-F638-4A06-9A10-D98A30FB42D5}" dt="2025-11-21T16:39:39.210" v="162" actId="26606"/>
          <ac:spMkLst>
            <pc:docMk/>
            <pc:sldMk cId="2434740979" sldId="261"/>
            <ac:spMk id="4" creationId="{D40E4601-B2C4-E900-41EE-C1FBE05978CF}"/>
          </ac:spMkLst>
        </pc:spChg>
        <pc:spChg chg="add">
          <ac:chgData name="Sudhakar Kaipa" userId="8cc009e0-8684-4e43-9b24-329ded646164" providerId="ADAL" clId="{EAE20C8E-F638-4A06-9A10-D98A30FB42D5}" dt="2025-11-21T16:39:39.210" v="162" actId="26606"/>
          <ac:spMkLst>
            <pc:docMk/>
            <pc:sldMk cId="2434740979" sldId="261"/>
            <ac:spMk id="9" creationId="{A8384FB5-9ADC-4DDC-881B-597D56F5B15D}"/>
          </ac:spMkLst>
        </pc:spChg>
        <pc:spChg chg="add">
          <ac:chgData name="Sudhakar Kaipa" userId="8cc009e0-8684-4e43-9b24-329ded646164" providerId="ADAL" clId="{EAE20C8E-F638-4A06-9A10-D98A30FB42D5}" dt="2025-11-21T16:39:39.210" v="162" actId="26606"/>
          <ac:spMkLst>
            <pc:docMk/>
            <pc:sldMk cId="2434740979" sldId="261"/>
            <ac:spMk id="11" creationId="{1199E1B1-A8C0-4FE8-A5A8-1CB41D69F857}"/>
          </ac:spMkLst>
        </pc:spChg>
        <pc:spChg chg="add">
          <ac:chgData name="Sudhakar Kaipa" userId="8cc009e0-8684-4e43-9b24-329ded646164" providerId="ADAL" clId="{EAE20C8E-F638-4A06-9A10-D98A30FB42D5}" dt="2025-11-21T16:39:39.210" v="162" actId="26606"/>
          <ac:spMkLst>
            <pc:docMk/>
            <pc:sldMk cId="2434740979" sldId="261"/>
            <ac:spMk id="13" creationId="{84A8DE83-DE75-4B41-9DB4-A7EC0B0DEC0B}"/>
          </ac:spMkLst>
        </pc:spChg>
        <pc:spChg chg="add">
          <ac:chgData name="Sudhakar Kaipa" userId="8cc009e0-8684-4e43-9b24-329ded646164" providerId="ADAL" clId="{EAE20C8E-F638-4A06-9A10-D98A30FB42D5}" dt="2025-11-21T16:39:39.210" v="162" actId="26606"/>
          <ac:spMkLst>
            <pc:docMk/>
            <pc:sldMk cId="2434740979" sldId="261"/>
            <ac:spMk id="15" creationId="{A7009A0A-BEF5-4EAC-AF15-E4F9F002E239}"/>
          </ac:spMkLst>
        </pc:spChg>
        <pc:picChg chg="mod ord">
          <ac:chgData name="Sudhakar Kaipa" userId="8cc009e0-8684-4e43-9b24-329ded646164" providerId="ADAL" clId="{EAE20C8E-F638-4A06-9A10-D98A30FB42D5}" dt="2025-11-21T16:40:47.158" v="174" actId="692"/>
          <ac:picMkLst>
            <pc:docMk/>
            <pc:sldMk cId="2434740979" sldId="261"/>
            <ac:picMk id="3" creationId="{36E77E6C-D988-A2F6-A222-88B2110CFCD0}"/>
          </ac:picMkLst>
        </pc:picChg>
      </pc:sldChg>
      <pc:sldChg chg="addSp delSp modSp mod setBg">
        <pc:chgData name="Sudhakar Kaipa" userId="8cc009e0-8684-4e43-9b24-329ded646164" providerId="ADAL" clId="{EAE20C8E-F638-4A06-9A10-D98A30FB42D5}" dt="2025-11-21T16:40:39.207" v="173" actId="1076"/>
        <pc:sldMkLst>
          <pc:docMk/>
          <pc:sldMk cId="1076310267" sldId="262"/>
        </pc:sldMkLst>
        <pc:spChg chg="mod">
          <ac:chgData name="Sudhakar Kaipa" userId="8cc009e0-8684-4e43-9b24-329ded646164" providerId="ADAL" clId="{EAE20C8E-F638-4A06-9A10-D98A30FB42D5}" dt="2025-11-21T16:40:35.126" v="172" actId="1076"/>
          <ac:spMkLst>
            <pc:docMk/>
            <pc:sldMk cId="1076310267" sldId="262"/>
            <ac:spMk id="4" creationId="{F9000A1F-F981-5644-5BF7-0519E2FAD0B4}"/>
          </ac:spMkLst>
        </pc:spChg>
        <pc:spChg chg="add del mod">
          <ac:chgData name="Sudhakar Kaipa" userId="8cc009e0-8684-4e43-9b24-329ded646164" providerId="ADAL" clId="{EAE20C8E-F638-4A06-9A10-D98A30FB42D5}" dt="2025-11-21T16:40:21.779" v="169" actId="478"/>
          <ac:spMkLst>
            <pc:docMk/>
            <pc:sldMk cId="1076310267" sldId="262"/>
            <ac:spMk id="6" creationId="{8CCAD213-B195-E073-235C-EA536CD950CE}"/>
          </ac:spMkLst>
        </pc:spChg>
        <pc:graphicFrameChg chg="add del mod">
          <ac:chgData name="Sudhakar Kaipa" userId="8cc009e0-8684-4e43-9b24-329ded646164" providerId="ADAL" clId="{EAE20C8E-F638-4A06-9A10-D98A30FB42D5}" dt="2025-11-21T16:30:30.446" v="69" actId="21"/>
          <ac:graphicFrameMkLst>
            <pc:docMk/>
            <pc:sldMk cId="1076310267" sldId="262"/>
            <ac:graphicFrameMk id="5" creationId="{8398CDAF-5058-B349-5617-9EA251192999}"/>
          </ac:graphicFrameMkLst>
        </pc:graphicFrameChg>
        <pc:picChg chg="mod">
          <ac:chgData name="Sudhakar Kaipa" userId="8cc009e0-8684-4e43-9b24-329ded646164" providerId="ADAL" clId="{EAE20C8E-F638-4A06-9A10-D98A30FB42D5}" dt="2025-11-21T16:40:39.207" v="173" actId="1076"/>
          <ac:picMkLst>
            <pc:docMk/>
            <pc:sldMk cId="1076310267" sldId="262"/>
            <ac:picMk id="3" creationId="{33C2C4D4-07FF-0B1E-EBCE-B3554332E025}"/>
          </ac:picMkLst>
        </pc:picChg>
      </pc:sldChg>
      <pc:sldChg chg="addSp delSp modSp new mod">
        <pc:chgData name="Sudhakar Kaipa" userId="8cc009e0-8684-4e43-9b24-329ded646164" providerId="ADAL" clId="{EAE20C8E-F638-4A06-9A10-D98A30FB42D5}" dt="2025-11-21T16:37:55.352" v="147" actId="313"/>
        <pc:sldMkLst>
          <pc:docMk/>
          <pc:sldMk cId="3617835580" sldId="263"/>
        </pc:sldMkLst>
        <pc:spChg chg="add del">
          <ac:chgData name="Sudhakar Kaipa" userId="8cc009e0-8684-4e43-9b24-329ded646164" providerId="ADAL" clId="{EAE20C8E-F638-4A06-9A10-D98A30FB42D5}" dt="2025-11-21T16:23:59.051" v="67" actId="22"/>
          <ac:spMkLst>
            <pc:docMk/>
            <pc:sldMk cId="3617835580" sldId="263"/>
            <ac:spMk id="3" creationId="{9F2A42F8-F027-7F93-3FA0-86B4F6533269}"/>
          </ac:spMkLst>
        </pc:spChg>
        <pc:spChg chg="add mod">
          <ac:chgData name="Sudhakar Kaipa" userId="8cc009e0-8684-4e43-9b24-329ded646164" providerId="ADAL" clId="{EAE20C8E-F638-4A06-9A10-D98A30FB42D5}" dt="2025-11-21T16:37:55.352" v="147" actId="313"/>
          <ac:spMkLst>
            <pc:docMk/>
            <pc:sldMk cId="3617835580" sldId="263"/>
            <ac:spMk id="8" creationId="{0128C74C-66A6-84E5-54DA-F5C641647B94}"/>
          </ac:spMkLst>
        </pc:spChg>
        <pc:graphicFrameChg chg="add del mod">
          <ac:chgData name="Sudhakar Kaipa" userId="8cc009e0-8684-4e43-9b24-329ded646164" providerId="ADAL" clId="{EAE20C8E-F638-4A06-9A10-D98A30FB42D5}" dt="2025-11-21T16:34:52.069" v="74" actId="478"/>
          <ac:graphicFrameMkLst>
            <pc:docMk/>
            <pc:sldMk cId="3617835580" sldId="263"/>
            <ac:graphicFrameMk id="4" creationId="{6104E09C-04E6-9996-245F-3CABA649FBB4}"/>
          </ac:graphicFrameMkLst>
        </pc:graphicFrameChg>
        <pc:graphicFrameChg chg="add del mod">
          <ac:chgData name="Sudhakar Kaipa" userId="8cc009e0-8684-4e43-9b24-329ded646164" providerId="ADAL" clId="{EAE20C8E-F638-4A06-9A10-D98A30FB42D5}" dt="2025-11-21T16:30:44.748" v="71" actId="478"/>
          <ac:graphicFrameMkLst>
            <pc:docMk/>
            <pc:sldMk cId="3617835580" sldId="263"/>
            <ac:graphicFrameMk id="5" creationId="{8398CDAF-5058-B349-5617-9EA251192999}"/>
          </ac:graphicFrameMkLst>
        </pc:graphicFrameChg>
        <pc:graphicFrameChg chg="add del mod">
          <ac:chgData name="Sudhakar Kaipa" userId="8cc009e0-8684-4e43-9b24-329ded646164" providerId="ADAL" clId="{EAE20C8E-F638-4A06-9A10-D98A30FB42D5}" dt="2025-11-21T16:36:15.749" v="79" actId="478"/>
          <ac:graphicFrameMkLst>
            <pc:docMk/>
            <pc:sldMk cId="3617835580" sldId="263"/>
            <ac:graphicFrameMk id="6" creationId="{FD84CD7B-0D96-952D-29D6-BFB57A4275D1}"/>
          </ac:graphicFrameMkLst>
        </pc:graphicFrameChg>
        <pc:graphicFrameChg chg="add mod">
          <ac:chgData name="Sudhakar Kaipa" userId="8cc009e0-8684-4e43-9b24-329ded646164" providerId="ADAL" clId="{EAE20C8E-F638-4A06-9A10-D98A30FB42D5}" dt="2025-11-21T16:37:14.822" v="85" actId="1076"/>
          <ac:graphicFrameMkLst>
            <pc:docMk/>
            <pc:sldMk cId="3617835580" sldId="263"/>
            <ac:graphicFrameMk id="7" creationId="{2290EC2F-C8AE-2A35-1C36-3949AABD2F92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07AEB6-BCC7-440A-A532-405B75E254C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FC6187-C2A1-4411-B21C-71A942E6D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072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FC6187-C2A1-4411-B21C-71A942E6DDA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693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FC6187-C2A1-4411-B21C-71A942E6DDA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829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4B0C2-7E16-9734-62B5-5C137B4D24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BD698C-7DE0-23DD-B95D-19DEBE40EE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B60A2-A59B-0A77-2D2C-042C21DBA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B575-AD48-4BC1-A1C4-A8620A611E37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69850-B6C7-B4D9-B0DE-890FFBE14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A4FE1-4E2E-0AC9-B1D7-A1506469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B0322-2E86-4508-AC67-1F899F0EB7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67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C9193-2AEC-9C1E-0F96-AC9B69F46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8C24D-3B0C-994C-4E66-C64C5EFCE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4DEC3-C704-CF1E-F7C8-7FB48E3CE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B575-AD48-4BC1-A1C4-A8620A611E37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A7980-4136-344B-C549-0415CEEEA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578E0-B298-D5EE-6E03-B6518C9CE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B0322-2E86-4508-AC67-1F899F0EB7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803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4DCA7-8C61-8113-A0C8-E5E4CFD40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E01CC-9639-60F0-35C0-72B00C282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D3CC5-1A76-8554-1377-28467835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B575-AD48-4BC1-A1C4-A8620A611E37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41EA0-1252-B222-67D0-DEB25029F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A0F54-7804-2C23-26C1-9326416ED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B0322-2E86-4508-AC67-1F899F0EB7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16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72B1F-5220-3084-0042-4C6306063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7744D-5A8A-7EFC-FF94-C57F27CB1A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3F135B-5107-B652-A801-209C3CC80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DD284-A9E0-CB99-7BE6-5FFDDF800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B575-AD48-4BC1-A1C4-A8620A611E37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FDAB6-C71B-5A92-93CA-38BFD23ED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2A09B-122D-BC79-2F21-A995978F3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B0322-2E86-4508-AC67-1F899F0EB7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126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CD459-822A-742B-794C-7D03CA3C2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3E432-5353-2E14-C472-B61DE8B74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0D4D0-296C-15E3-4CE3-CBC598C5E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45D156-83D4-DC3E-C95A-463B000695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9AF559-6486-0CD8-0E11-31E10C2440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E4F4CB-2131-8355-8A51-4AF536220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B575-AD48-4BC1-A1C4-A8620A611E37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314D74-3F95-1236-1D97-A56A718CB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94151E-A5C2-9A72-6CCD-34F6BCBDA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B0322-2E86-4508-AC67-1F899F0EB7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043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FDD4-A27D-1B8B-F80A-BFBC42350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6FB680-E346-D8EA-347B-409AF60C4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B575-AD48-4BC1-A1C4-A8620A611E37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384BDC-EC9F-C04B-5D5D-8B42CF7F4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C901E3-1A5C-9A3D-EE60-F15EBB5DB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B0322-2E86-4508-AC67-1F899F0EB7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991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2A3A96-4B8C-4A5B-5EA9-FE39CC971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B575-AD48-4BC1-A1C4-A8620A611E37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A01F9-CC46-A8F7-ACDD-6049B7F35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906D1-AC8F-98B9-BDDE-3A6EF2856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B0322-2E86-4508-AC67-1F899F0EB7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010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CBC40-2051-51B1-EDCC-D54A3673D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0F180-C0A1-160C-2661-C2DA1EAC2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5C108B-372B-A0D3-D109-868F69B489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175CD-1DFA-5E95-DC2C-C962B63D4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B575-AD48-4BC1-A1C4-A8620A611E37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2AAA68-9753-8189-82C4-17E7C248C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142BD-54B5-2CB2-420E-AA9C1BDE7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B0322-2E86-4508-AC67-1F899F0EB7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696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A8B2F-3E54-5124-680B-856743EFA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ED2FAB-A4C4-048C-34E1-766243D89B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E1D7AC-2FBD-8595-85AF-90A0FFB61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41AE9-55E7-12B7-3A03-186692BE7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B575-AD48-4BC1-A1C4-A8620A611E37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FE4A1C-5857-0FDE-084C-42E27C163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E51C8-281E-477B-76F3-DDED8B990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B0322-2E86-4508-AC67-1F899F0EB7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939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E2B45-7AC0-4AC0-EC6D-06DAD7F2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0125F-99F0-DD46-7585-C0C718065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84C9E-D4A5-0CAC-0722-6F3AD23EC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B575-AD48-4BC1-A1C4-A8620A611E37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80C42-E087-3E86-04F8-3975EE778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092CA-08DA-81F4-5DC7-D0976E237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B0322-2E86-4508-AC67-1F899F0EB7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55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B243D8-F090-572E-B440-527521330F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48C85A-D632-C9D5-AE80-B3202B0C3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98550-1CCB-40A5-1079-DD7EDE2E0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B575-AD48-4BC1-A1C4-A8620A611E37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1542A-C04E-5363-961B-6B4ECC5AB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9D63A-9A15-0D43-8311-DBD062B2C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B0322-2E86-4508-AC67-1F899F0EB7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129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EE89A-2F30-A7ED-B57A-B6A95EB3F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A7E69-5034-F79D-B3A3-CEBA07BE3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9671D-776F-2735-CBAD-2F2EEF22CB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09B575-AD48-4BC1-A1C4-A8620A611E37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2AB37-F7AB-E308-B8EC-377DDE2660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642F6-6986-F5ED-CD6B-18F215AF99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9B0322-2E86-4508-AC67-1F899F0EB7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771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Triangle 34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14B7FD-E04F-0A6D-B6D2-3F32E6DF2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IN" sz="11500"/>
              <a:t>CAPSTONE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EFB8BD-95CA-1A06-D9DA-C0C2CC0A7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IN"/>
              <a:t>Sudhakar Kaipa</a:t>
            </a:r>
          </a:p>
        </p:txBody>
      </p:sp>
    </p:spTree>
    <p:extLst>
      <p:ext uri="{BB962C8B-B14F-4D97-AF65-F5344CB8AC3E}">
        <p14:creationId xmlns:p14="http://schemas.microsoft.com/office/powerpoint/2010/main" val="2746416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9942E5-068F-4ADF-B147-E762E2106802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VM “capstoneskaipa” is created through Powershell 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DC140A7-EC0F-3090-4FCB-F505FA531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3031299"/>
            <a:ext cx="11327549" cy="23221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49182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2290EC2F-C8AE-2A35-1C36-3949AABD2F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827448"/>
              </p:ext>
            </p:extLst>
          </p:nvPr>
        </p:nvGraphicFramePr>
        <p:xfrm>
          <a:off x="3418115" y="2503714"/>
          <a:ext cx="3004457" cy="24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914400" imgH="792685" progId="Package">
                  <p:embed/>
                </p:oleObj>
              </mc:Choice>
              <mc:Fallback>
                <p:oleObj name="Packager Shell Object" showAsIcon="1" r:id="rId2" imgW="914400" imgH="792685" progId="Package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2290EC2F-C8AE-2A35-1C36-3949AABD2F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18115" y="2503714"/>
                        <a:ext cx="3004457" cy="2463575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128C74C-66A6-84E5-54DA-F5C641647B94}"/>
              </a:ext>
            </a:extLst>
          </p:cNvPr>
          <p:cNvSpPr txBox="1"/>
          <p:nvPr/>
        </p:nvSpPr>
        <p:spPr>
          <a:xfrm>
            <a:off x="859971" y="696686"/>
            <a:ext cx="666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VM “</a:t>
            </a:r>
            <a:r>
              <a:rPr lang="en-IN" dirty="0" err="1"/>
              <a:t>capstoneskaipa</a:t>
            </a:r>
            <a:r>
              <a:rPr lang="en-IN" dirty="0"/>
              <a:t>” created through </a:t>
            </a:r>
            <a:r>
              <a:rPr lang="en-IN" dirty="0" err="1"/>
              <a:t>Powershell</a:t>
            </a:r>
            <a:r>
              <a:rPr lang="en-IN" dirty="0"/>
              <a:t> script</a:t>
            </a:r>
          </a:p>
        </p:txBody>
      </p:sp>
    </p:spTree>
    <p:extLst>
      <p:ext uri="{BB962C8B-B14F-4D97-AF65-F5344CB8AC3E}">
        <p14:creationId xmlns:p14="http://schemas.microsoft.com/office/powerpoint/2010/main" val="3617835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9B653C-798C-4333-8452-3DF3AE3C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E50278-E2EC-42B2-A1F1-921DD3990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36153F-0DB4-40DD-87C6-B40C1B7E2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9FEFC3-2138-D140-2F46-A05883E3A58C}"/>
              </a:ext>
            </a:extLst>
          </p:cNvPr>
          <p:cNvSpPr txBox="1"/>
          <p:nvPr/>
        </p:nvSpPr>
        <p:spPr>
          <a:xfrm>
            <a:off x="699715" y="288404"/>
            <a:ext cx="7170656" cy="977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New Dataset (Diabetes) uploaded and configured successfully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A8656B-DD3A-AF37-9023-0E806FC01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53" y="2658187"/>
            <a:ext cx="3238707" cy="31091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F172E6-2B6B-71CE-F36E-BD4881AC5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646" y="2860607"/>
            <a:ext cx="3238707" cy="27043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screenshot of a chat&#10;&#10;AI-generated content may be incorrect.">
            <a:extLst>
              <a:ext uri="{FF2B5EF4-FFF2-40B4-BE49-F238E27FC236}">
                <a16:creationId xmlns:a16="http://schemas.microsoft.com/office/drawing/2014/main" id="{B8B05296-D431-9C26-FA0C-8950A28FCD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740" y="3807929"/>
            <a:ext cx="3238707" cy="8096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76131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0E4601-B2C4-E900-41EE-C1FBE05978CF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Alert rule configured successfully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E77E6C-D988-A2F6-A222-88B2110CF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3187053"/>
            <a:ext cx="11327549" cy="20106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34740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C2C4D4-07FF-0B1E-EBCE-B3554332E0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6663"/>
          <a:stretch>
            <a:fillRect/>
          </a:stretch>
        </p:blipFill>
        <p:spPr>
          <a:xfrm>
            <a:off x="544286" y="1752609"/>
            <a:ext cx="1127760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000A1F-F981-5644-5BF7-0519E2FAD0B4}"/>
              </a:ext>
            </a:extLst>
          </p:cNvPr>
          <p:cNvSpPr txBox="1"/>
          <p:nvPr/>
        </p:nvSpPr>
        <p:spPr>
          <a:xfrm>
            <a:off x="359553" y="76200"/>
            <a:ext cx="7485413" cy="6973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Alert group configured successfully</a:t>
            </a:r>
          </a:p>
        </p:txBody>
      </p:sp>
    </p:spTree>
    <p:extLst>
      <p:ext uri="{BB962C8B-B14F-4D97-AF65-F5344CB8AC3E}">
        <p14:creationId xmlns:p14="http://schemas.microsoft.com/office/powerpoint/2010/main" val="1076310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10FD0E-F1D6-97D4-471B-2F42640F0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663" y="1251857"/>
            <a:ext cx="2441245" cy="50082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9BEFE5-F32E-6410-50CE-37A7526D6D3E}"/>
              </a:ext>
            </a:extLst>
          </p:cNvPr>
          <p:cNvSpPr txBox="1"/>
          <p:nvPr/>
        </p:nvSpPr>
        <p:spPr>
          <a:xfrm>
            <a:off x="304800" y="511629"/>
            <a:ext cx="62484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Enabling </a:t>
            </a:r>
            <a:r>
              <a:rPr lang="en-IN" sz="2400" dirty="0"/>
              <a:t>monitoring</a:t>
            </a:r>
            <a:r>
              <a:rPr lang="en-IN" dirty="0"/>
              <a:t> on the new VM    “</a:t>
            </a:r>
            <a:r>
              <a:rPr lang="en-IN" dirty="0" err="1"/>
              <a:t>capstoneskaipa</a:t>
            </a:r>
            <a:r>
              <a:rPr lang="en-IN" dirty="0"/>
              <a:t>”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1258AD-1074-1369-6749-6081D6AEB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0" y="1709057"/>
            <a:ext cx="2441245" cy="14956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F9957D8-233B-7067-0F43-4F1D11866D2E}"/>
              </a:ext>
            </a:extLst>
          </p:cNvPr>
          <p:cNvSpPr txBox="1"/>
          <p:nvPr/>
        </p:nvSpPr>
        <p:spPr>
          <a:xfrm>
            <a:off x="119743" y="5486400"/>
            <a:ext cx="597625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We tried multiple choices for enabling monitoring on the new VM.  But it was giving the same error.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1C72F14-E376-3118-28B6-3A3DE396EDC6}"/>
              </a:ext>
            </a:extLst>
          </p:cNvPr>
          <p:cNvGrpSpPr/>
          <p:nvPr/>
        </p:nvGrpSpPr>
        <p:grpSpPr>
          <a:xfrm>
            <a:off x="87085" y="1397632"/>
            <a:ext cx="6716486" cy="3614118"/>
            <a:chOff x="87085" y="1397632"/>
            <a:chExt cx="6716486" cy="361411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876D293-3168-E49D-C8CE-91BCA3945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085" y="1397632"/>
              <a:ext cx="6716486" cy="361411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C0ECCC7-7DBD-B398-D0C0-63BD852C6E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1771" y="4474029"/>
              <a:ext cx="6422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8219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B91CFB-4AC1-A0D4-F99F-6ECFE7F13DEA}"/>
              </a:ext>
            </a:extLst>
          </p:cNvPr>
          <p:cNvSpPr txBox="1"/>
          <p:nvPr/>
        </p:nvSpPr>
        <p:spPr>
          <a:xfrm>
            <a:off x="533400" y="685800"/>
            <a:ext cx="10657114" cy="22159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Challenges Faced</a:t>
            </a:r>
            <a:r>
              <a:rPr lang="en-IN" sz="2400" dirty="0"/>
              <a:t>:</a:t>
            </a:r>
          </a:p>
          <a:p>
            <a:endParaRPr lang="en-IN" sz="2400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Deployment of the dataset was failing, as it was during the training session.. However the files are downloaded and uploaded to </a:t>
            </a:r>
            <a:r>
              <a:rPr lang="en-IN" dirty="0" err="1"/>
              <a:t>Github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After Creating the VM through </a:t>
            </a:r>
            <a:r>
              <a:rPr lang="en-IN" dirty="0" err="1"/>
              <a:t>Powershell</a:t>
            </a:r>
            <a:r>
              <a:rPr lang="en-IN" dirty="0"/>
              <a:t> successfully, we were not able to enable the monitoring. (Please recall the trainer has enabled the monitoring during the training sessions due to this problem)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7852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260df36-bc43-424c-8f44-c85226657b01}" enabled="0" method="" siteId="{f260df36-bc43-424c-8f44-c85226657b0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3550</TotalTime>
  <Words>130</Words>
  <Application>Microsoft Office PowerPoint</Application>
  <PresentationFormat>Widescreen</PresentationFormat>
  <Paragraphs>15</Paragraphs>
  <Slides>8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Package</vt:lpstr>
      <vt:lpstr>CAPSTONE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Sudhakar Kaipa</dc:creator>
  <cp:lastModifiedBy>Sudhakar Kaipa</cp:lastModifiedBy>
  <cp:revision>2</cp:revision>
  <dcterms:created xsi:type="dcterms:W3CDTF">2025-11-19T05:30:46Z</dcterms:created>
  <dcterms:modified xsi:type="dcterms:W3CDTF">2025-11-21T16:40:57Z</dcterms:modified>
</cp:coreProperties>
</file>